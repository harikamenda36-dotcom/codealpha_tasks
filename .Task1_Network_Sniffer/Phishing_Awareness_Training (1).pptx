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CodeAlpha Cyber Security Internship</a:t>
            </a:r>
          </a:p>
          <a:p>
            <a:pPr>
              <a:spcAft>
                <a:spcPts val="1200"/>
              </a:spcAft>
              <a:defRPr sz="2000"/>
            </a:pPr>
            <a:r>
              <a:t>Presented by: Menda Harika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Phishing is a cyberattack that tricks people into revealing sensitive information or taking unsafe actions.</a:t>
            </a:r>
          </a:p>
          <a:p>
            <a:pPr>
              <a:spcAft>
                <a:spcPts val="1200"/>
              </a:spcAft>
              <a:defRPr sz="2000"/>
            </a:pPr>
            <a:r>
              <a:t>Attackers commonly use email, messages, social media, or fake websites.</a:t>
            </a:r>
          </a:p>
          <a:p>
            <a:pPr>
              <a:spcAft>
                <a:spcPts val="1200"/>
              </a:spcAft>
              <a:defRPr sz="2000"/>
            </a:pPr>
            <a:r>
              <a:t>Common targets include passwords, account details, and financial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Phishing Attacks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Attacker creates a deceptive message or website.</a:t>
            </a:r>
          </a:p>
          <a:p>
            <a:pPr>
              <a:spcAft>
                <a:spcPts val="1200"/>
              </a:spcAft>
              <a:defRPr sz="2000"/>
            </a:pPr>
            <a:r>
              <a:t>2. Victim receives the message through email, SMS, or social media.</a:t>
            </a:r>
          </a:p>
          <a:p>
            <a:pPr>
              <a:spcAft>
                <a:spcPts val="1200"/>
              </a:spcAft>
              <a:defRPr sz="2000"/>
            </a:pPr>
            <a:r>
              <a:t>3. Message creates urgency, fear, curiosity, or a reward.</a:t>
            </a:r>
          </a:p>
          <a:p>
            <a:pPr>
              <a:spcAft>
                <a:spcPts val="1200"/>
              </a:spcAft>
              <a:defRPr sz="2000"/>
            </a:pPr>
            <a:r>
              <a:t>4. Victim clicks a link, opens an attachment, or provides information.</a:t>
            </a:r>
          </a:p>
          <a:p>
            <a:pPr>
              <a:spcAft>
                <a:spcPts val="1200"/>
              </a:spcAft>
              <a:defRPr sz="2000"/>
            </a:pPr>
            <a:r>
              <a:t>5. Attacker may use the obtained information for further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Recognizing Phishing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Check the sender's address carefully.</a:t>
            </a:r>
          </a:p>
          <a:p>
            <a:pPr>
              <a:spcAft>
                <a:spcPts val="1200"/>
              </a:spcAft>
              <a:defRPr sz="2000"/>
            </a:pPr>
            <a:r>
              <a:t>Look for unexpected requests for passwords or sensitive information.</a:t>
            </a:r>
          </a:p>
          <a:p>
            <a:pPr>
              <a:spcAft>
                <a:spcPts val="1200"/>
              </a:spcAft>
              <a:defRPr sz="2000"/>
            </a:pPr>
            <a:r>
              <a:t>Be cautious about urgent or threatening language.</a:t>
            </a:r>
          </a:p>
          <a:p>
            <a:pPr>
              <a:spcAft>
                <a:spcPts val="1200"/>
              </a:spcAft>
              <a:defRPr sz="2000"/>
            </a:pPr>
            <a:r>
              <a:t>Check links before opening them.</a:t>
            </a:r>
          </a:p>
          <a:p>
            <a:pPr>
              <a:spcAft>
                <a:spcPts val="1200"/>
              </a:spcAft>
              <a:defRPr sz="2000"/>
            </a:pPr>
            <a:r>
              <a:t>Watch for unusual attachments, spelling mistakes, or unexpected invoices.</a:t>
            </a:r>
          </a:p>
          <a:p>
            <a:pPr>
              <a:spcAft>
                <a:spcPts val="1200"/>
              </a:spcAft>
              <a:defRPr sz="2000"/>
            </a:pPr>
            <a:r>
              <a:t>When unsure, contact the organization through an official channel.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Identifying Fake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Check the website address and domain carefully.</a:t>
            </a:r>
          </a:p>
          <a:p>
            <a:pPr>
              <a:spcAft>
                <a:spcPts val="1200"/>
              </a:spcAft>
              <a:defRPr sz="2000"/>
            </a:pPr>
            <a:r>
              <a:t>Do not trust a familiar logo or design alone.</a:t>
            </a:r>
          </a:p>
          <a:p>
            <a:pPr>
              <a:spcAft>
                <a:spcPts val="1200"/>
              </a:spcAft>
              <a:defRPr sz="2000"/>
            </a:pPr>
            <a:r>
              <a:t>Avoid entering passwords after following unexpected links.</a:t>
            </a:r>
          </a:p>
          <a:p>
            <a:pPr>
              <a:spcAft>
                <a:spcPts val="1200"/>
              </a:spcAft>
              <a:defRPr sz="2000"/>
            </a:pPr>
            <a:r>
              <a:t>Use bookmarks or type the official website address yourself.</a:t>
            </a:r>
          </a:p>
          <a:p>
            <a:pPr>
              <a:spcAft>
                <a:spcPts val="1200"/>
              </a:spcAft>
              <a:defRPr sz="2000"/>
            </a:pPr>
            <a:r>
              <a:t>Be cautious when a page creates unusual urgency or requests sensitive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Social Engineering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Social engineering manipulates people rather than directly attacking technology.</a:t>
            </a:r>
          </a:p>
          <a:p>
            <a:pPr>
              <a:spcAft>
                <a:spcPts val="1200"/>
              </a:spcAft>
              <a:defRPr sz="2000"/>
            </a:pPr>
            <a:r>
              <a:t>Common techniques include impersonation, urgency, fear, curiosity, and fake rewards.</a:t>
            </a:r>
          </a:p>
          <a:p>
            <a:pPr>
              <a:spcAft>
                <a:spcPts val="1200"/>
              </a:spcAft>
              <a:defRPr sz="2000"/>
            </a:pPr>
            <a:r>
              <a:t>Attackers may pretend to be banks, companies, teachers, friends, or support staff.</a:t>
            </a:r>
          </a:p>
          <a:p>
            <a:pPr>
              <a:spcAft>
                <a:spcPts val="1200"/>
              </a:spcAft>
              <a:defRPr sz="2000"/>
            </a:pPr>
            <a:r>
              <a:t>Pause and independently verify unexpected requests.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Real-World Phishing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Scenario: You receive a message claiming your account will be locked today unless you verify it.</a:t>
            </a:r>
          </a:p>
          <a:p>
            <a:pPr>
              <a:spcAft>
                <a:spcPts val="1200"/>
              </a:spcAft>
              <a:defRPr sz="2000"/>
            </a:pPr>
            <a:r>
              <a:t>Warning signs: unexpected message, urgent deadline, unfamiliar link, and request for login details.</a:t>
            </a:r>
          </a:p>
          <a:p>
            <a:pPr>
              <a:spcAft>
                <a:spcPts val="1200"/>
              </a:spcAft>
              <a:defRPr sz="1700"/>
            </a:pPr>
            <a:r>
              <a:t>Safe response: do not use the message link; open the organization's official website or app directly and verify the alert.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to Stay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 strong, unique passwords and enable multi-factor authentication.</a:t>
            </a:r>
          </a:p>
          <a:p>
            <a:pPr>
              <a:spcAft>
                <a:spcPts val="1200"/>
              </a:spcAft>
              <a:defRPr sz="2000"/>
            </a:pPr>
            <a:r>
              <a:t>Keep your operating system, browser, and security software updated.</a:t>
            </a:r>
          </a:p>
          <a:p>
            <a:pPr>
              <a:spcAft>
                <a:spcPts val="1200"/>
              </a:spcAft>
              <a:defRPr sz="2000"/>
            </a:pPr>
            <a:r>
              <a:t>Do not open unexpected links or attachments.</a:t>
            </a:r>
          </a:p>
          <a:p>
            <a:pPr>
              <a:spcAft>
                <a:spcPts val="1200"/>
              </a:spcAft>
              <a:defRPr sz="2000"/>
            </a:pPr>
            <a:r>
              <a:t>Verify unusual requests through a separate trusted channel.</a:t>
            </a:r>
          </a:p>
          <a:p>
            <a:pPr>
              <a:spcAft>
                <a:spcPts val="1200"/>
              </a:spcAft>
              <a:defRPr sz="2000"/>
            </a:pPr>
            <a:r>
              <a:t>Report suspicious messages to the appropriate organization or platform.</a:t>
            </a:r>
          </a:p>
          <a:p>
            <a:pPr>
              <a:spcAft>
                <a:spcPts val="1200"/>
              </a:spcAft>
              <a:defRPr sz="2000"/>
            </a:pPr>
            <a:r>
              <a:t>If you clicked something suspicious, change affected credentials and inform the relevant support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Q1. A message says your account will be closed in 10 minutes. What should you do?</a:t>
            </a:r>
          </a:p>
          <a:p>
            <a:pPr>
              <a:spcAft>
                <a:spcPts val="1200"/>
              </a:spcAft>
              <a:defRPr sz="2000"/>
            </a:pPr>
            <a:r>
              <a:t>A) Click immediately  B) Verify through the official website/app  C) Reply with your password</a:t>
            </a:r>
          </a:p>
          <a:p>
            <a:pPr>
              <a:spcAft>
                <a:spcPts val="1200"/>
              </a:spcAft>
              <a:defRPr sz="2000" b="1"/>
            </a:pPr>
            <a:r>
              <a:t>Q2. What is a phishing warning sign?</a:t>
            </a:r>
          </a:p>
          <a:p>
            <a:pPr>
              <a:spcAft>
                <a:spcPts val="1200"/>
              </a:spcAft>
              <a:defRPr sz="2000"/>
            </a:pPr>
            <a:r>
              <a:t>A) Unexpected urgent request  B) A normal bookmarked site  C) A known contact verified independently</a:t>
            </a:r>
          </a:p>
          <a:p>
            <a:pPr>
              <a:spcAft>
                <a:spcPts val="1200"/>
              </a:spcAft>
              <a:defRPr sz="2000" b="1"/>
            </a:pPr>
            <a:r>
              <a:t>Q3. What is the safest way to open an organization's website?</a:t>
            </a:r>
          </a:p>
          <a:p>
            <a:pPr>
              <a:spcAft>
                <a:spcPts val="1200"/>
              </a:spcAft>
              <a:defRPr sz="2000"/>
            </a:pPr>
            <a:r>
              <a:t>A) Use an unexpected email link  B) Use the official app/bookmark or type the known address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STOP — Don't act under pressure.</a:t>
            </a:r>
          </a:p>
          <a:p>
            <a:pPr>
              <a:spcAft>
                <a:spcPts val="1200"/>
              </a:spcAft>
              <a:defRPr sz="2000"/>
            </a:pPr>
            <a:r>
              <a:t>CHECK — Verify the sender, link, and request.</a:t>
            </a:r>
          </a:p>
          <a:p>
            <a:pPr>
              <a:spcAft>
                <a:spcPts val="1200"/>
              </a:spcAft>
              <a:defRPr sz="2000"/>
            </a:pPr>
            <a:r>
              <a:t>THINK — Ask whether the request is expected.</a:t>
            </a:r>
          </a:p>
          <a:p>
            <a:pPr>
              <a:spcAft>
                <a:spcPts val="1200"/>
              </a:spcAft>
              <a:defRPr sz="2000"/>
            </a:pPr>
            <a:r>
              <a:t>REPORT — Report suspicious activity through the proper channel.</a:t>
            </a:r>
          </a:p>
          <a:p>
            <a:pPr>
              <a:spcAft>
                <a:spcPts val="1200"/>
              </a:spcAft>
              <a:defRPr sz="2000"/>
            </a:pPr>
            <a:r>
              <a:t>Thank You</a:t>
            </a:r>
          </a:p>
          <a:p>
            <a:pPr>
              <a:spcAft>
                <a:spcPts val="1200"/>
              </a:spcAft>
              <a:defRPr sz="2000"/>
            </a:pPr>
            <a:r>
              <a:t>Phishing awareness is the first line of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